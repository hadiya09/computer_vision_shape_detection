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444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[Your Name] and [Your class / department / roll number] placeholders with your own details. Say who you are and that your project is a simple computer vision program that detects shapes.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Computer vision means giving computers the ability to understand pictures the way humans do. Mention one or two everyday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rule-based model with no training data. The user uploads an image on a Streamlit web page. The program finds the outline of each shape, counts the corners and uses that number to name the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the language. OpenCV does all the image processing. NumPy converts the uploaded file into an array so OpenCV can decode it. Streamlit turns the script into a web app with very little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down the list: each line is one step. The key idea is approxPolyDP, which reduces a curvy outline to a few corner points. Then 3 corners = triangle, 4 = square or rectangle (check width divided by height), 5 = pentagon, 6 = hexagon, more = circle.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whole model: the uploaded image goes through the steps and comes out with each shape named. Offer a live demo with: streamlit run app.py (use your own file name).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0" cy="45720"/>
          </a:xfrm>
          <a:prstGeom prst="rect">
            <a:avLst/>
          </a:prstGeom>
          <a:solidFill>
            <a:srgbClr val="1F8FBF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31520" y="1454150"/>
            <a:ext cx="7315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  <a:latin typeface="+mj-lt"/>
                <a:ea typeface="Cambria" pitchFamily="34" charset="-122"/>
                <a:cs typeface="Cambria" pitchFamily="34" charset="-120"/>
              </a:rPr>
              <a:t>Hi, I’m Hadiya!</a:t>
            </a:r>
            <a:endParaRPr lang="en-US" sz="4000" dirty="0"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+mj-lt"/>
              </a:rPr>
              <a:t>AI and Data Science Batch 15 – Ms. Tayyaba Akram</a:t>
            </a:r>
            <a:endParaRPr lang="en-US" sz="2000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330073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/>
              </a:rPr>
              <a:t>Project: Shape Detection using Python and OpenCV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is Computer Vision?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+mj-lt"/>
                <a:ea typeface="Cambria" pitchFamily="34" charset="-122"/>
                <a:cs typeface="Cambria" pitchFamily="34" charset="-120"/>
              </a:rPr>
              <a:t>Computer Vision is a field of computer science that teaches computers to see, understand and make decisions from images and videos.</a:t>
            </a:r>
            <a:endParaRPr lang="en-US" sz="20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252603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+mj-lt"/>
              </a:rPr>
              <a:t>Everyday examples</a:t>
            </a:r>
            <a:endParaRPr lang="en-US" sz="1600" dirty="0"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93751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Face unlock on phones</a:t>
            </a:r>
            <a:endParaRPr lang="en-US" sz="1800" dirty="0">
              <a:latin typeface="+mj-lt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Self-driving cars reading road signs</a:t>
            </a:r>
            <a:endParaRPr lang="en-US" sz="1800" dirty="0">
              <a:latin typeface="+mj-lt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Detecting problems in medical scans</a:t>
            </a:r>
            <a:endParaRPr lang="en-US" sz="1800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+mj-lt"/>
              </a:rPr>
              <a:t>2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My Model: Shape Detector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4114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Input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An image uploaded on a web page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+mj-lt"/>
              </a:rPr>
              <a:t> 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Output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Each shape outlined in red and named in green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800" dirty="0">
                <a:solidFill>
                  <a:schemeClr val="tx1"/>
                </a:solidFill>
                <a:latin typeface="+mj-lt"/>
              </a:rPr>
              <a:t> 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Shapes it knows</a:t>
            </a:r>
            <a:endParaRPr lang="en-US" sz="1800" dirty="0">
              <a:latin typeface="+mj-lt"/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Triangle, Square, Rectangle, Pentagon, Hexagon, Circle</a:t>
            </a:r>
            <a:endParaRPr lang="en-US" sz="1800" dirty="0">
              <a:latin typeface="+mj-lt"/>
            </a:endParaRPr>
          </a:p>
        </p:txBody>
      </p:sp>
      <p:pic>
        <p:nvPicPr>
          <p:cNvPr id="4" name="Detected shapes result" descr="Six shapes outlined in red and labelled Circle, Square, Rectangle, Triangle, Pentagon and Hexag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645920"/>
            <a:ext cx="3840480" cy="2194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846320" y="3977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  <a:latin typeface="+mj-lt"/>
              </a:rPr>
              <a:t>No training needed. It names a shape by counting its corners.</a:t>
            </a:r>
            <a:endParaRPr lang="en-US" sz="1400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+mj-lt"/>
              </a:rPr>
              <a:t>3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Libraries Used and Why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/>
                <a:ea typeface="Cambria" pitchFamily="34" charset="-122"/>
                <a:cs typeface="Cambria" pitchFamily="34" charset="-120"/>
              </a:rPr>
              <a:t>Python</a:t>
            </a:r>
            <a:endParaRPr lang="en-US" sz="22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2926080" y="13716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The programming language. Simple and easy to read.</a:t>
            </a:r>
            <a:endParaRPr lang="en-US" sz="1800" dirty="0">
              <a:latin typeface="+mj-lt"/>
            </a:endParaRPr>
          </a:p>
        </p:txBody>
      </p:sp>
      <p:sp>
        <p:nvSpPr>
          <p:cNvPr id="5" name="Divider 1"/>
          <p:cNvSpPr/>
          <p:nvPr/>
        </p:nvSpPr>
        <p:spPr>
          <a:xfrm>
            <a:off x="457200" y="2121408"/>
            <a:ext cx="822960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945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/>
                <a:ea typeface="Cambria" pitchFamily="34" charset="-122"/>
                <a:cs typeface="Cambria" pitchFamily="34" charset="-120"/>
              </a:rPr>
              <a:t>OpenCV (cv2)</a:t>
            </a:r>
            <a:endParaRPr lang="en-US" sz="2200" dirty="0">
              <a:latin typeface="+mj-lt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926080" y="219456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Does the image work: grayscale, threshold, contours, drawing outlines and text.</a:t>
            </a:r>
            <a:endParaRPr lang="en-US" sz="1800" dirty="0">
              <a:latin typeface="+mj-lt"/>
            </a:endParaRPr>
          </a:p>
        </p:txBody>
      </p:sp>
      <p:sp>
        <p:nvSpPr>
          <p:cNvPr id="8" name="Divider 2"/>
          <p:cNvSpPr/>
          <p:nvPr/>
        </p:nvSpPr>
        <p:spPr>
          <a:xfrm>
            <a:off x="457200" y="2944368"/>
            <a:ext cx="822960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/>
                <a:ea typeface="Cambria" pitchFamily="34" charset="-122"/>
                <a:cs typeface="Cambria" pitchFamily="34" charset="-120"/>
              </a:rPr>
              <a:t>NumPy</a:t>
            </a:r>
            <a:endParaRPr lang="en-US" sz="2200" dirty="0">
              <a:latin typeface="+mj-lt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926080" y="30175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Turns the uploaded file's bytes into an array of numbers that OpenCV can decode.</a:t>
            </a:r>
            <a:endParaRPr lang="en-US" sz="1800" dirty="0">
              <a:latin typeface="+mj-lt"/>
            </a:endParaRPr>
          </a:p>
        </p:txBody>
      </p:sp>
      <p:sp>
        <p:nvSpPr>
          <p:cNvPr id="11" name="Divider 3"/>
          <p:cNvSpPr/>
          <p:nvPr/>
        </p:nvSpPr>
        <p:spPr>
          <a:xfrm>
            <a:off x="457200" y="3767328"/>
            <a:ext cx="8229600" cy="0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  <a:latin typeface="+mj-lt"/>
                <a:ea typeface="Cambria" pitchFamily="34" charset="-122"/>
                <a:cs typeface="Cambria" pitchFamily="34" charset="-120"/>
              </a:rPr>
              <a:t>Streamlit</a:t>
            </a:r>
            <a:endParaRPr lang="en-US" sz="2200" dirty="0">
              <a:latin typeface="+mj-lt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926080" y="38404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+mj-lt"/>
              </a:rPr>
              <a:t>Builds the web page: the upload button, messages and the result display.</a:t>
            </a:r>
            <a:endParaRPr lang="en-US" sz="1800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+mj-lt"/>
              </a:rPr>
              <a:t>4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Main Code Explained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st.file_uploader()</a:t>
            </a:r>
            <a:endParaRPr lang="en-US" sz="15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114800" y="128016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User uploads an image</a:t>
            </a:r>
            <a:endParaRPr lang="en-US" sz="1700" dirty="0"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70078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cv2.imdecode()</a:t>
            </a:r>
            <a:endParaRPr lang="en-US" sz="1500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114800" y="170078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Turns the uploaded bytes into an image</a:t>
            </a:r>
            <a:endParaRPr lang="en-US" sz="1700" dirty="0">
              <a:latin typeface="+mj-lt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57200" y="21214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cv2.cvtColor()</a:t>
            </a:r>
            <a:endParaRPr lang="en-US" sz="1500" dirty="0">
              <a:latin typeface="+mj-lt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114800" y="212140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Converts the image to grayscale</a:t>
            </a:r>
            <a:endParaRPr lang="en-US" sz="1700" dirty="0">
              <a:latin typeface="+mj-lt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" y="254203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cv2.threshold()</a:t>
            </a:r>
            <a:endParaRPr lang="en-US" sz="1500" dirty="0">
              <a:latin typeface="+mj-lt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114800" y="2542032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Separates shapes from the background</a:t>
            </a:r>
            <a:endParaRPr lang="en-US" sz="1700" dirty="0">
              <a:latin typeface="+mj-lt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" y="296265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cv2.findContours()</a:t>
            </a:r>
            <a:endParaRPr lang="en-US" sz="1500" dirty="0">
              <a:latin typeface="+mj-lt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114800" y="29626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Finds the outline of each shape</a:t>
            </a:r>
            <a:endParaRPr lang="en-US" sz="1700" dirty="0">
              <a:latin typeface="+mj-lt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7200" y="33832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cv2.approxPolyDP()</a:t>
            </a:r>
            <a:endParaRPr lang="en-US" sz="1500" dirty="0">
              <a:latin typeface="+mj-lt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114800" y="3383280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Reduces each outline to its corner points</a:t>
            </a:r>
            <a:endParaRPr lang="en-US" sz="1700" dirty="0">
              <a:latin typeface="+mj-lt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380390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len(approx)</a:t>
            </a:r>
            <a:endParaRPr lang="en-US" sz="1500" dirty="0">
              <a:latin typeface="+mj-lt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114800" y="3803904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Counts the corners, which names the shape</a:t>
            </a:r>
            <a:endParaRPr lang="en-US" sz="1700" dirty="0">
              <a:latin typeface="+mj-lt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4224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st.image()</a:t>
            </a:r>
            <a:endParaRPr lang="en-US" sz="1500" dirty="0">
              <a:latin typeface="+mj-lt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114800" y="4224528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+mj-lt"/>
              </a:rPr>
              <a:t>Shows the final result on the page</a:t>
            </a:r>
            <a:endParaRPr lang="en-US" sz="1700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+mj-lt"/>
              </a:rPr>
              <a:t>5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How the Model Works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1</a:t>
            </a:r>
            <a:endParaRPr lang="en-US" sz="18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Upload image</a:t>
            </a:r>
            <a:endParaRPr lang="en-US" sz="1600" dirty="0">
              <a:latin typeface="+mj-lt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828800" y="1371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›</a:t>
            </a:r>
            <a:endParaRPr lang="en-US" sz="2400" dirty="0">
              <a:latin typeface="+mj-lt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14884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2</a:t>
            </a:r>
            <a:endParaRPr lang="en-US" sz="1800" dirty="0">
              <a:latin typeface="+mj-lt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14884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Grayscale + Threshold</a:t>
            </a:r>
            <a:endParaRPr lang="en-US" sz="1600" dirty="0">
              <a:latin typeface="+mj-lt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520440" y="1371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›</a:t>
            </a:r>
            <a:endParaRPr lang="en-US" sz="2400" dirty="0">
              <a:latin typeface="+mj-lt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8404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3</a:t>
            </a:r>
            <a:endParaRPr lang="en-US" sz="1800" dirty="0">
              <a:latin typeface="+mj-lt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84048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Find contours</a:t>
            </a:r>
            <a:endParaRPr lang="en-US" sz="1600" dirty="0">
              <a:latin typeface="+mj-lt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5212080" y="1371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›</a:t>
            </a:r>
            <a:endParaRPr lang="en-US" sz="2400" dirty="0">
              <a:latin typeface="+mj-lt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53212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4</a:t>
            </a:r>
            <a:endParaRPr lang="en-US" sz="1800" dirty="0">
              <a:latin typeface="+mj-lt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53212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Count corners</a:t>
            </a:r>
            <a:endParaRPr lang="en-US" sz="1600" dirty="0">
              <a:latin typeface="+mj-lt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903720" y="137160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accent2"/>
                </a:solidFill>
                <a:latin typeface="+mj-lt"/>
              </a:rPr>
              <a:t>›</a:t>
            </a:r>
            <a:endParaRPr lang="en-US" sz="2400" dirty="0">
              <a:latin typeface="+mj-lt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22376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/>
              </a:rPr>
              <a:t>5</a:t>
            </a:r>
            <a:endParaRPr lang="en-US" sz="1800" dirty="0">
              <a:latin typeface="+mj-lt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223760" y="17373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</a:rPr>
              <a:t>Show result</a:t>
            </a:r>
            <a:endParaRPr lang="en-US" sz="1600" dirty="0">
              <a:latin typeface="+mj-lt"/>
            </a:endParaRPr>
          </a:p>
        </p:txBody>
      </p:sp>
      <p:pic>
        <p:nvPicPr>
          <p:cNvPr id="17" name="Input image" descr="Input image with six plain coloured shap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51760"/>
            <a:ext cx="3200400" cy="18288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114800" y="32461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accent2"/>
                </a:solidFill>
                <a:latin typeface="+mj-lt"/>
              </a:rPr>
              <a:t>›</a:t>
            </a:r>
            <a:endParaRPr lang="en-US" sz="3600" dirty="0">
              <a:latin typeface="+mj-lt"/>
            </a:endParaRPr>
          </a:p>
        </p:txBody>
      </p:sp>
      <p:pic>
        <p:nvPicPr>
          <p:cNvPr id="19" name="Output image" descr="Output image with six shapes outlined in red and nam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651760"/>
            <a:ext cx="3200400" cy="18288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296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+mj-lt"/>
              </a:rPr>
              <a:t>Input</a:t>
            </a:r>
            <a:endParaRPr lang="en-US" sz="1400" dirty="0">
              <a:latin typeface="+mj-lt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4754880" y="4526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  <a:latin typeface="+mj-lt"/>
              </a:rPr>
              <a:t>Output</a:t>
            </a:r>
            <a:endParaRPr lang="en-US" sz="1400" dirty="0">
              <a:latin typeface="+mj-lt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latin typeface="+mj-lt"/>
              </a:rPr>
              <a:t>6</a:t>
            </a:fld>
            <a:endParaRPr lang="en-US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31520" y="1828800"/>
            <a:ext cx="73152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tx1"/>
                </a:solidFill>
                <a:latin typeface="+mj-lt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>
              <a:latin typeface="+mj-lt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tx2"/>
                </a:solidFill>
                <a:latin typeface="+mj-lt"/>
              </a:rPr>
              <a:t>Any questions?</a:t>
            </a: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444444"/>
      </a:dk2>
      <a:lt2>
        <a:srgbClr val="F3F5F7"/>
      </a:lt2>
      <a:accent1>
        <a:srgbClr val="1F8FBF"/>
      </a:accent1>
      <a:accent2>
        <a:srgbClr val="7A8CA0"/>
      </a:accent2>
      <a:accent3>
        <a:srgbClr val="1F8FBF"/>
      </a:accent3>
      <a:accent4>
        <a:srgbClr val="7A8CA0"/>
      </a:accent4>
      <a:accent5>
        <a:srgbClr val="1F8FBF"/>
      </a:accent5>
      <a:accent6>
        <a:srgbClr val="7A8CA0"/>
      </a:accent6>
      <a:hlink>
        <a:srgbClr val="1F8FBF"/>
      </a:hlink>
      <a:folHlink>
        <a:srgbClr val="7A8CA0"/>
      </a:folHlink>
    </a:clrScheme>
    <a:fontScheme name="Minim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563</Words>
  <Application>Microsoft Office PowerPoint</Application>
  <PresentationFormat>On-screen Show (16:9)</PresentationFormat>
  <Paragraphs>84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Minimal</vt:lpstr>
      <vt:lpstr>PowerPoint Presentation</vt:lpstr>
      <vt:lpstr>What is Computer Vision?</vt:lpstr>
      <vt:lpstr>My Model: Shape Detector</vt:lpstr>
      <vt:lpstr>Libraries Used and Why</vt:lpstr>
      <vt:lpstr>Main Code Explained</vt:lpstr>
      <vt:lpstr>How the Model Works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 Detection using OpenCV</dc:title>
  <dc:subject>PptxGenJS Presentation</dc:subject>
  <dc:creator>PptxGenJS</dc:creator>
  <cp:lastModifiedBy>Hadiya Nadeem</cp:lastModifiedBy>
  <cp:revision>2</cp:revision>
  <dcterms:created xsi:type="dcterms:W3CDTF">2026-10-16T11:00:36Z</dcterms:created>
  <dcterms:modified xsi:type="dcterms:W3CDTF">2026-10-16T11:56:39Z</dcterms:modified>
</cp:coreProperties>
</file>